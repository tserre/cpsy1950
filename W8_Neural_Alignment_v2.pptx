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W8. Today: neural alignment -- methods and ideas for comparing DNNs to brains. Thursday: lightning talks go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roadmap. We covered capabilities, the understanding debate, and interpretability. Now: do DNNs look like brains? Next week: do they behave like humans?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lecture. Goal: give you the conceptual toolkit so the lightning talks land. Ask questions anytime.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picture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field started from ConvNets (inspired by Hubel &amp; Wiesel) ending up good at predicting IT neurons. But prediction = explanation? We'll get to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Crick from W2. He'd be skeptical of 'ResNet explains V4.' We need more than similar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prediction-understanding gap from W5 is directly relevant. A model with great Brain-Score might predict for the wrong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recording methods give very different data. Understanding them is essential for interpreting alignment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tradeoff. No single method gives you everything. fMRI: spatial but slow. EEG: fast but blurry. Electrophys: gold standard but invasive.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fMRI is the workhorse of alignment. Almost all Brain-Score benchmarks use it. But you're measuring blood flow, not spikes.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EEG/MEG for the temporal story. Layer 1 maps to early visual timing, deeper layers to later timing. Powerful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alignment started. DiCarlo's lab showed DNNs on ImageNet develop IT-like representations. But macaque and ImageNet caveats both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 methods are game-changers. Neuropixels: hundreds of neurons across multiple areas simultaneously. Two-photon: same neurons day after day. Richer tests of representational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summary. Main point: brain data constrains your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direct way to ask: can this model predict brain responses?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Conceptually simple. Image -&gt; DNN features -&gt; linear regression -&gt; predict voxels. If it works, the DNN has similar information to that brain region. The linearity constraint is doing real theoretical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pick a layer, extract features, ridge regression to predict voxels/neurons, test on held-out. The correlation is your alignment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Linearity is not just convenience -- it's a theoretical commitment. It says the model and brain use a similar representational format. Allow a deep nonlinear mapping and anything predicts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finding that launched the field. Layer 1 ~ V1, middle ~ V4, deep ~ IT. Beautiful correspondence between depth and cortical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foundational result. Key figure shows encoding accuracy vs layer for V4 and IT. The crossover pattern demonstrates the hierarchy correspondence.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strength: direct test. Biggest limit: prediction isn't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predicting individual responses, compare the overall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RSA from Kriegeskorte 2008. Elegant: doesn't care about coordinate system, just relational structure. Things similar in the model should be similar in the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model RDM. Right: brain RDM. Each cell = dissimilarity between two stimuli. If the model organizes stimuli like the brain, these matrices correlate.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comparison for your reading. Both valid, but answer different questions. Encoding: can the model predict this neuron? RSA: is the overall structure similar?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 the direction: what information is accessible in brain patterns?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Decoding is the inverse of encoding. Brain -&gt; stimulus. Tells you what's accessible, but be careful: just because you can decode something doesn't mean the brain 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Straightforward pipeline but subtle interpretation. Linear decoder working means info is linearly separable. Brain might use a different readout.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Decoding becomes an alignment tool when you compare what's decodable from model vs brain at corresponding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 students skip but shouldn't. Crucial for interpreting results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the single most important concept. Without it, you can't tell if r=0.3 is good or bad. If ceiling is r=0.35, model is nearly perfect. If ceiling is r=0.8, model is mediocre.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Practically: need repeated presentations. Split data, compute how well one split predicts the other. That's your ceiling. Model at or above lower bound = captured all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ML practice but critical here. Neural datasets are small (~100-200 images). Feature dims: ~10K+. Ridge regression + CV essential. Never report training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rigor separates convincing papers from hand-wavy ones. You need proper CV, bootstrap CIs, and permutation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Gotchas for the lightning talks. Double dipping and ignoring noise ceilings are most common. Always ask: fair comparison? Account for noise? Control confounds?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bigger frameworks for evaluating neural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Brain-Score standardized comparison. Before: every paper used different data. Now: common leaderboard. But is a single number what we want? Doerig et al. would say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task-optimized DNNs predict visual cortex reasonably well but fall short of ceiling. Architecture and objective both matter. Self-supervised twist: ImageNet labels aren't the whole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vision story extends to language and audio. Pattern: models optimized for a task naturally develop brain-like representations for that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your second reading. Neural alignment is necessary but not sufficient. Most current models satisfy 1-2 of these 6 desiderata.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desideratum can be satisfied by a model that fails the others. We need models satisfying multiple desiderata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snapshot. Best models ~50% explainable variance. Most satisfy 2-3 of 6 desiderata. Progress but long way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papers for Thursday, plus important ones beyond.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that started modern neural alignment. DNNs optimized for object recognition spontaneously develop brain-like representations.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Brain-Score standardized the field. Common benchmark, leaderboard, drives systematic comparison. But: is optimizing for a leaderboard the right goal?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drives alignment -- architecture or training? Both, but training objective is key for high-level areas. Random networks capture some low-level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alignment mirrors vision: task-optimized models develop brain-like representations.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MEG gives temporal resolution. Temporal unfolding of representations maps onto model depth. Process of getting there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paper that makes everyone nervous. Lot of published alignment results are fragile. The 'replication crisis' of neural alignment. Really important cautionary 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moving beyond static images. Video, natural speech, RL tasks. Same methods but richer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limitations. Good at correlation-based comparison, less good at mechanistic equivalence. Crick would remind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6 things to take away. You should be able to explain each for the final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Preview. Each group: 4-5 min. Ask: what method? Noise ceiling? Which desiderata?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 for engaging with the lightning talks. I'll have these on screen Thursday.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Reading response deadline + Thursday lightning talks.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CPSY 1950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 Brains, Minds &amp; Machines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Alignment and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Model-to-Brain Mapping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| Tuesday March 10,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in the course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W3-4: What modern DNNs can and cannot 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W5: Prediction vs. understanding debate (Serre &amp; Pavlick 2025)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W6-7: Looking inside networks (representation + mechanistic interpretability)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(today): Comparing networks to brains -- neural alignment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W9: Comparing networks to behavior -- cognitive alignment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Why compare models to brains? The NeuroAI promise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How brains are measured -- recording methods and their tradeoffs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Encoding models -- predicting brain responses from DNN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RSA -- comparing representational geometry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Decoding -- reading information from neural patterns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 Statistics that matter -- noise ceiling, cross-validation, permutation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7: Bigger picture -- Brain-Score and Doerig's desiderata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8: Preview of Thursday's lightning talks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 models to brains?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NeuroAI promise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DNNs now rival human performance on many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Brain-inspired architectures (convolutions, attention) led to AI breakthroughs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DNNs serve as actual models of the brain?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DNN predicts neural responses, maybe it uses a similar algorithm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Virtuous cycle: brain science informs AI, AI provides testable brain models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Crick (1989): demonstrations vs.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 warned: a network that classifies images is a 'demonstration' of capability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model must capture internal representations and dynamics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because a DNN classifies objects doesn't mean it does so like the brain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rigorous quantitative comparisons, not surface similarity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lecture: the methods that make those comparisons possible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 (1989)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vs. understanding (Serre &amp; Pavlick 2025)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predict neural data very well -- but is that understanding?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could exploit statistical shortcuts the brain doesn't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go beyond prediction: interventions, mechanisms, multiple desiderata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alignment methods as one tool among many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framing for the rest of today's lecture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Serre &amp; Pavlick (2025)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brains are measured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recording methods: the landscape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occupies a different point in spatial-temporal resolution space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MRI (fMRI)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blood oxygenation (BOLD signal) as a proxy for activity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Whole-brain coverage at ~1-3mm resolution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voxel averages millions of neurons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resolution ~1-2 seconds (hemodynamic lag)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Non-invasive: awake humans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alignment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method in brain-DNN comparison papers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spatial coverage: test V1, V2, V4, IT, PFC simultaneously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fast dynamics: 10ms timing differences invisible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encoding models work well at voxel level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is slow and nonlinear -- could match spatial pattern but miss dynamics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EEG and MEG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EEG: scalp electrodes measure voltage from postsynaptic potentials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MEG: detects magnetic fields from neural currents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temporal resolution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spatial resolution (~cm) unless source-localized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Non-invasive: awake humans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alignment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temporal dynamics of processing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layer X match? 100ms = V1-like, 170ms = IT-like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feedforward vs. recurrent processing predictions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over time reveals temporal unfolding of representations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Cichy et al., Caucheteux &amp; King used MEG for temporal alignment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Single-unit electrophysiology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 directly in brain tissue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action potentials from individual neurons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temporal, micron spatial resolution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Invasive: mostly non-human primates (macaques)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 few hundred neurons at a 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alignment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for vision (IT cortex, V4)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Yamins et al. (2014): DNN features predict individual IT neurons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test specific predictions about neural tuning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difference: macaque vs. human brain is a real concern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gap: millions of ImageNet images vs. natural visual diet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Newer recording technologies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(electrocorticography): electrode grid on cortical surface, ms + mm, rare in humans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Two-photon calcium imaging: optically image hundreds of neurons at ~30Hz, mostly mice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Neuropixels: silicon probes recording hundreds of neurons simultaneously at ms resolution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large-scale population recordings enable richer comparisons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'does the model predict average response?' but 'does it predict population geometry?'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methods: quick comparison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822960"/>
                <a:gridCol w="10972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use in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Whole-brain spatial 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EEG/MEG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Electrophys.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~neuron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NHP/rodent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Single-neuron 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(rare)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High-res +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Two-photon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~neuron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imaging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Neuropixels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~neuron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Mouse/NHP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populations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recording method constrains what model comparisons are meaningful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models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encoding model?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given a stimulus, can we predict the brain's response?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 from a DNN layer for each stimulus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linear mapping (ridge regression) from features to neural responses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held-out stimuli: how well does the model predict unseen brain data?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(Pearson r) is the measure of 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Kriegeskorte &amp; Douglas (2018)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 model pipeline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Stimuli through DNN, linear mapping to brain responses, evaluate on held-out data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linear mapping?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mapping constrains how different the representations can be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features need a complex nonlinear transform to match the brain, the model doesn't truly share that representation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= representations in the same 'format' (up to rotation/scaling)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handles high-dimensional features via regularization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PLS when features greatly outnumber stimuli (common in fMRI)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finding: layer-to-region correspondence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DNN layers best predict early visual cortex (V1, V2)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layers best predict mid-level areas (V4)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layers best predict high-level areas (IT cortex)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hierarchy correspondence was the foundational finding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Yamins et al. (2014): first systematic demonstration in CNNs vs. macaque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across many architectures and datasets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Yamins et al. (2014)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Yamins et al. (2014) — PNAS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DNN features predict macaque IT neural responses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7315200" cy="2926080"/>
          </a:xfrm>
          <a:prstGeom prst="rect">
            <a:avLst/>
          </a:prstGeom>
          <a:solidFill>
            <a:srgbClr val="252B48"/>
          </a:solidFill>
          <a:ln w="25400">
            <a:solidFill>
              <a:srgbClr val="37416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 figure image here)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encoding accuracy: early layers predict V4, late layers predict IT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 models: strengths and limitations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test if DNN features predict brain responses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layer matches which brain region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weights reveal which features drive prediction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hundreds-thousands of images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direct test of representational similarity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same stimulus set for model and brain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assumption may miss nonlinear neural coding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with high-dimensional features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depends on data quality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prediction doesn't mean the model's mechanism is right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Similarity Analysis (RSA)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RSA?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compare the geometry of representations, not individual responses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stimulus pair, compute dissimilarity in the model and the brain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pairwise distances into a Representational Dissimilarity Matrix (RDM)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RDM to brain RDM (Spearman or Pearson correlation)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two RDMs match, the model and brain organize stimuli similarly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Kriegeskorte et al. (2008)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RSA: comparing representational geometry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brain RDMs capture pairwise stimulus relationships; correlation measures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 vs. encoding models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Encoding models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individual neural responses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fitting a regression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regression weights: which features matter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specific measurement space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for: which features drive a region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overall representational geometry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fitting: just compute RDMs and correlate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to coordinate system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compare across measurement methods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for: overall organization, cross-modal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and linear readout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decoding?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what information is accessible in a brain region's activity?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classifier (SVM, logistic reg) on neural patterns, test on held-out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decoding works, that information is explicitly represented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decoding tests what is readable, not necessarily what is used downstream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decoder that works means info is linearly separable in the population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Kriegeskorte &amp; Douglas (2018)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Decoding: what can be read from brain patterns?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decoder maps neural activity patterns to stimulus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Decoding for model-brain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what is decodable from model layers vs. brain regions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decode category from late layers/IT: similar information 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decoding from EEG/MEG: when does each category become distinguishable?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decoding timecourse in brain vs. layer sequence in DNN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language models too: decode sentence structure from MEG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confound: decoding can succeed from low-level features alone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that matter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ceiling: how good can any model be?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ceiling defines the achievable range; compare models to ceiling, not to 1.0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Computing the noise ceiling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bound: predict each subject from the average of ALL subjects (including self)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bound: predict each subject from average of OTHER subjects (leave-one-out)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performance should fall between these bounds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repeated presentations of the same stimuli across subjects/sessions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model hits the lower bound, it has captured all explainable variance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normalize prediction accuracy by the ceiling when comparing models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 for neural data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822960"/>
            <a:ext cx="7772400" cy="246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cross-validation: evaluate on held-out splits to prevent overfitting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splits, bootstrap, permutation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one train/test split -- results will be noisy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 (K=5 or 10): rotate which fold is held out, report mean +/- 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for confidence intervals: resample subjects or stimuli with replacement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 for significance: shuffle labels 1000+ times, get null distribution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model correlation falls within null distribution, it's not meaningful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report all three (CV accuracy, bootstrap CI, permutation p-value)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statistical pitfalls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dipping: using same data to select features and test prediction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noise ceiling: reporting r=0.3 as 'low' when ceiling is 0.35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Non-independence: similar stimuli inflate correlations (multiple views of same object)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Confounds: low-level image statistics (contrast, frequency) drive apparent alignment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comparisons: testing many layers x regions without correction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Cherry-picking: reporting only the best layer without adjusting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Brain-Score: a standardized benchmark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Brain-Score combines neural + behavioral benchmarks into a composite score (Schrimpf et al. 2020)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Brain-Score: key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CNNs best predict ventral stream (V1 through 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Task-optimized models &gt; random &gt; pixel features -- training matters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ImageNet-trained models surprisingly good for vision, but not perfect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plateau below noise ceiling: significant room for improvement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matters: recurrence (CORnet-S) helps temporal predictions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Recent: self-supervised models (DINOv2) sometimes beat supervised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Schrimpf et al. (2018, 2020)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vision: language, audio, and more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Schrimpf et al. (2021): language models predict language brain regions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Next-word prediction performance correlates with brain predictivity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Goldstein et al. (2022): GPT-2 embeddings predict ECoG during speech comprehension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Caucheteux &amp; King (2023): middle layers best predict brain during language processing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Audio: speech models predict auditory cortex; music models predict music-selective regions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task-optimized models align with the corresponding brain system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Doerig et al. (2023): six desiderata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731520"/>
            <a:ext cx="77724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neuroconnectionist model should satisfy multiple criteria, not just neural predictivity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desiderata in detail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Rich behavioral agreement: error patterns, reaction times, illusions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Neural alignment: encoding models, RSA, neural comparisons (today's focus)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Perturbation: same behavior changes under lesions, inactivation, adversarial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Learning trajectory: developmental plausibility (self-supervised? curriculum?)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Architecture: structural correspondence (recurrence, lateral connections)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Generalization: novel stimuli and tasks, not just training distribution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Doerig et al. (2023)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current models stand?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252B48"/>
          </a:solidFill>
          <a:ln w="12700">
            <a:solidFill>
              <a:srgbClr val="3741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Brain-Score for 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(ceiling-normalized)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3474720"/>
          </a:xfrm>
          <a:prstGeom prst="rect">
            <a:avLst/>
          </a:prstGeom>
          <a:solidFill>
            <a:srgbClr val="252B48"/>
          </a:solidFill>
          <a:ln w="12700">
            <a:solidFill>
              <a:srgbClr val="3741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2900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Desiderata typically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by any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3474720"/>
          </a:xfrm>
          <a:prstGeom prst="rect">
            <a:avLst/>
          </a:prstGeom>
          <a:solidFill>
            <a:srgbClr val="252B48"/>
          </a:solidFill>
          <a:ln w="12700">
            <a:solidFill>
              <a:srgbClr val="3741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280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 Thursday's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talks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and lightning talk preview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Yamins et al. (2014) — PNAS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Goal-driven DNNs predict ventral stream neurons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7315200" cy="2926080"/>
          </a:xfrm>
          <a:prstGeom prst="rect">
            <a:avLst/>
          </a:prstGeom>
          <a:solidFill>
            <a:srgbClr val="252B48"/>
          </a:solidFill>
          <a:ln w="25400">
            <a:solidFill>
              <a:srgbClr val="37416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 figure image here)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trained on categorization develop V4-like and IT-like representations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Schrimpf et al. (2020) — Brain-Score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Standardized model-to-brain benchmark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7315200" cy="2926080"/>
          </a:xfrm>
          <a:prstGeom prst="rect">
            <a:avLst/>
          </a:prstGeom>
          <a:solidFill>
            <a:srgbClr val="252B48"/>
          </a:solidFill>
          <a:ln w="25400">
            <a:solidFill>
              <a:srgbClr val="37416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 figure image here)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ranking models by composite neural + behavioral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Storrs &amp; Kriegeskorte (2021) — Diverse model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many architectures: task-trained, random, self-supervised, hand-crafted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networks already capture some V1/V2 structure (low-level features)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optimization critical for V4 and IT prediction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training both matter, but objective especially for high-level areas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control: establishes what different factors contribute to alignment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Storrs &amp; Kriegeskorte (2021)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 alignment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Schrimpf et al. (2021)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43 language models against fMRI/ECoG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Next-word prediction correlates with brain predictivity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outperform RNNs/LSTMs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medium among the best brain predictors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regions prefer specific layers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Goldstein et al. (2022)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recordings during natural speech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embeddings predict activity word by word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length matters for prediction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integrates preceding context like transformers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direction unclear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Caucheteux &amp; King (2023) — Temporal language mapping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MEG for millisecond-resolution language alignment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layers of GPT-2 best predict brain activity (not earliest or latest)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operates at an intermediate level of abstraction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dynamics: brain responses unfold matching model depth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static snapshots -- the processing sequence matters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simplistic 'deeper = more aligned' narrative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Caucheteux &amp; King (2023)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Tuckute et al. (2024) — Critical evaluation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robustness of language model alignment claims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results depend heavily on preprocessing choices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extraction, regression technique, evaluation metric all affect outcomes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published results don't replicate with different methods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best practices for robust alignment studies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methodology matters as much as the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Tuckute et al. (2024)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recent 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(2023): neural alignment in reinforcement learning settings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Azabou et al. (2023): multi-scale alignment using different representation granularities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 et al. (2025): recent advances in methodology and benchmarks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beyond static image recognition to dynamic, naturalistic stimuli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incorporating temporal dynamics alongside spatial patterns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multi-modal alignment (vision + language vs. multi-sensory brain data)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 of neural alignment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not causation: predicting brain data is not the same mechanism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comparisons test feedforward; recurrence and feedback underexplored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gap: most data from macaque/mouse, models trained on human-labeled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validity: lab stimuli (isolated objects) vs. natural scenes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shortcuts: models may achieve alignment via statistics, not understanding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model that truly 'explains' the brain look like? Still debated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methods: encoding (predict brain), RSA (compare geometry), decoding (read from brain)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method constrains comparison: fMRI = spatial, EEG = temporal, electrophys = neurons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matter: noise ceiling, cross-validation, permutation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Brain-Score standardized comparisons; Doerig set the bar higher with six desiderata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alignment is powerful but not the whole story -- need behavior, perturbation, development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and understanding are different things (Serre &amp; Pavlick)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Thursday's lightning talks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Yamins et al. (2014) — Goal-driven CNNs predict IT neurons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Schrimpf et al. (2020) — Brain-Score benchmark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Storrs &amp; Kriegeskorte (2021) — Diverse model comparison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Schrimpf et al. (2021) — Language model brain predictivity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Caucheteux &amp; King (2023) — Temporal language mapping (MEG)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Goldstein et al. (2022) — ECoG during natural speech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Tuckute et al. (2024) — Critical evaluation of alignment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(2023) — Neural alignment in RL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Azabou et al. (2023) — Multi-scale alignment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 et al. (2025) — New methodology / benchmarks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Thursday prepared with questions!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questions for Thursday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paper: what alignment method did they use, and why?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report noise ceiling? If not, how should we interpret results?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Doerig's six desiderata does the paper address?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Crick say -- demonstration or genuine brain model?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strongest piece of evidence? The weakest?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experiment would you want to see next?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for Thursday: Kriegeskorte &amp; Douglas (2018) + Doerig et al. (2023)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response due Tuesday March 10, 2:00pm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W8: Neural Alignment and Model-to-Brain Mapping</dc:title>
  <dc:subject>PptxGenJS Presentation</dc:subject>
  <dc:creator>Thomas Serre</dc:creator>
  <cp:lastModifiedBy>Thomas Serre</cp:lastModifiedBy>
  <cp:revision>1</cp:revision>
  <dcterms:created xsi:type="dcterms:W3CDTF">2026-03-04T01:49:42Z</dcterms:created>
  <dcterms:modified xsi:type="dcterms:W3CDTF">2026-03-04T01:49:42Z</dcterms:modified>
</cp:coreProperties>
</file>