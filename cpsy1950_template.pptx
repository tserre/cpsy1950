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PSY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0" y="36576"/>
            <a:ext cx="9144000" cy="38587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(Lecture title)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7764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(Tagline or guiding question)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PSY_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36576" cy="16459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005840" y="15544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(Section title)</a:t>
            </a: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005840" y="2560320"/>
            <a:ext cx="7315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(Guiding question or subtitle)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PSY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" y="228600"/>
            <a:ext cx="8522208" cy="5212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(Slide title)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" y="1188720"/>
            <a:ext cx="852220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(Body content)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0" y="4727448"/>
            <a:ext cx="4041648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i="1" dirty="0">
                <a:solidFill>
                  <a:srgbClr val="334155"/>
                </a:solidFill>
                <a:latin typeface="Zilla Slab Light" pitchFamily="34" charset="0"/>
                <a:ea typeface="Zilla Slab Light" pitchFamily="34" charset="-122"/>
                <a:cs typeface="Zilla Slab Light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PSY_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62D50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(Author et al. (Year) — Figure N)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10896" y="777240"/>
            <a:ext cx="8522208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b="1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b="1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(Figure title)</a:t>
            </a:r>
            <a:endParaRPr lang="en-US" sz="2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914400" y="1234440"/>
            <a:ext cx="73152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(Place figure image here)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PSY_TWO_CO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" y="228600"/>
            <a:ext cx="8522208" cy="5212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(Slide title)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" y="1188720"/>
            <a:ext cx="397764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(Left column)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663440" y="1188720"/>
            <a:ext cx="397764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(Right column)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0" y="4727448"/>
            <a:ext cx="4041648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i="1" dirty="0">
                <a:solidFill>
                  <a:srgbClr val="334155"/>
                </a:solidFill>
                <a:latin typeface="Zilla Slab Light" pitchFamily="34" charset="0"/>
                <a:ea typeface="Zilla Slab Light" pitchFamily="34" charset="-122"/>
                <a:cs typeface="Zilla Slab Light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0" y="36576"/>
            <a:ext cx="9144000" cy="3858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CPSY 1950</a:t>
            </a:r>
            <a:endParaRPr lang="en-US" sz="3800" dirty="0"/>
          </a:p>
          <a:p>
            <a:pPr algn="ctr" indent="0" marL="0">
              <a:spcAft>
                <a:spcPts val="320"/>
              </a:spcAft>
              <a:buNone/>
            </a:pPr>
            <a:r>
              <a:rPr lang="en-US" sz="20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Deep Learning in Brains, Minds &amp; Machines</a:t>
            </a:r>
            <a:endParaRPr lang="en-US" sz="3800" dirty="0"/>
          </a:p>
          <a:p>
            <a:pPr algn="ctr" indent="0" marL="0">
              <a:spcAft>
                <a:spcPts val="760"/>
              </a:spcAft>
              <a:buNone/>
            </a:pPr>
            <a:endParaRPr lang="en-US" sz="38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three levers of deep learning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7764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Architectures, training objectives &amp; datasets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05840" y="15544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1005840" y="2560320"/>
            <a:ext cx="731520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question does this section address?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" y="228600"/>
            <a:ext cx="8522208" cy="521208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Where we are in the course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" y="1188720"/>
            <a:ext cx="8522208" cy="3291840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Weeks 1–2: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NeuroAI? Why study brains and machines together?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This week: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AI systems are trained (data, training objectives &amp; architectures)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Your reading: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Serre (2019) "Deep Learning: The Good, the Bad, and the Ugly"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0" y="4727448"/>
            <a:ext cx="4041648" cy="4114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Zilla Slab Light" pitchFamily="34" charset="0"/>
                <a:ea typeface="Zilla Slab Light" pitchFamily="34" charset="-122"/>
                <a:cs typeface="Zilla Slab Light" pitchFamily="34" charset="-120"/>
              </a:rPr>
              <a:t>Serre (2019)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Binz et al. (Nature 2025) — Figure 1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10896" y="777240"/>
            <a:ext cx="8522208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Psych-101 dataset and Centaur architecture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914400" y="1234440"/>
            <a:ext cx="731520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(Place figure image here)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" y="228600"/>
            <a:ext cx="8522208" cy="521208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Comparison: Method A vs. Method B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" y="1188720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Method A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supervised learning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labeled data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663440" y="1188720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F46E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Method B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self-supervised learning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dirty="0">
                <a:solidFill>
                  <a:srgbClr val="3341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labels needed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0" y="4727448"/>
            <a:ext cx="4041648" cy="4114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b"/>
          <a:lstStyle/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CPSY 1950 Template</dc:title>
  <dc:subject>PptxGenJS Presentation</dc:subject>
  <dc:creator>Thomas Serre</dc:creator>
  <cp:lastModifiedBy>Thomas Serre</cp:lastModifiedBy>
  <cp:revision>1</cp:revision>
  <dcterms:created xsi:type="dcterms:W3CDTF">2026-03-01T22:19:53Z</dcterms:created>
  <dcterms:modified xsi:type="dcterms:W3CDTF">2026-03-01T22:19:53Z</dcterms:modified>
</cp:coreProperties>
</file>